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76A7"/>
    <a:srgbClr val="52CBBE"/>
    <a:srgbClr val="F0EEF0"/>
    <a:srgbClr val="FF5969"/>
    <a:srgbClr val="00A0A8"/>
    <a:srgbClr val="92D050"/>
    <a:srgbClr val="FEC630"/>
    <a:srgbClr val="5D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21" autoAdjust="0"/>
    <p:restoredTop sz="94660"/>
  </p:normalViewPr>
  <p:slideViewPr>
    <p:cSldViewPr snapToGrid="0">
      <p:cViewPr>
        <p:scale>
          <a:sx n="75" d="100"/>
          <a:sy n="75" d="100"/>
        </p:scale>
        <p:origin x="222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5085F-39AA-4BF6-ADC6-DB7E6A845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8D6840-804A-4EE2-9237-DF3082EB0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AC296-AA56-4995-96B1-D96538F6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19B81-D1BB-4DF3-A8CC-0F35E61FCD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C3924-1C30-4845-9069-2D2F6577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FC659-45A1-4C7E-B589-BAD2480A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3620-4DE2-48EF-AF31-0F5DD9BF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0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6169F-C062-4D8D-9958-1D64499E9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87B74-E2BF-4A3A-8FA7-7C2B278FF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D4C83-1284-4BB3-B0F1-7527C8966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19B81-D1BB-4DF3-A8CC-0F35E61FCD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C4C6C-5C03-4C0D-999F-46A8D8FE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4CEED-C381-4F77-974B-A24C4CF9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3620-4DE2-48EF-AF31-0F5DD9BF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00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75723-8353-4BF9-B9CB-2D34455A5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687A1-AD7E-4378-B552-DC83DB28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AF83E-646C-443E-9282-7819CF520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19B81-D1BB-4DF3-A8CC-0F35E61FCD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F728B-3948-4C88-AAA0-4F54A3C4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4F194-5328-4DA6-BBA8-8B80D2D55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3620-4DE2-48EF-AF31-0F5DD9BF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17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FCAF-C8A8-4867-B332-B1DB7EEA0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172D0-2806-40E1-B714-009535E16C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C12FF-C408-4261-86B1-E469061B0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618A1-9C6F-4CCF-A77B-2713F6712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19B81-D1BB-4DF3-A8CC-0F35E61FCD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44AEE-3393-4D49-9979-D6D98B661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C99E8-B06B-4E92-8E2B-46D25471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3620-4DE2-48EF-AF31-0F5DD9BF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12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D1621-F7F5-4BB1-90B7-5918C21E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D1E33-57A8-46FC-9F0A-DBAAC8313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DF519-9420-4361-B317-69BDEF3C1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7AFEA-2435-4690-9A20-FAF6F3D91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935725-854D-4F34-B863-B1C6AD61D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AF3BB0-E2B3-4BDF-9FC8-3CA1730F7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19B81-D1BB-4DF3-A8CC-0F35E61FCD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703049-F984-41BE-AA9F-2BCF0CC0D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6B8A0D-A110-4D1A-9C5E-CD82DAC8B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3620-4DE2-48EF-AF31-0F5DD9BF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0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F6A4-97ED-4F1E-8E89-4709772A2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927F1-7B9B-4828-874E-E75145DD8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19B81-D1BB-4DF3-A8CC-0F35E61FCD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C380D-0A32-42DB-B1E4-2D6DE111D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13471-C12C-447D-8C9F-DC9A49EB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3620-4DE2-48EF-AF31-0F5DD9BF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78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6931D3-8B39-47ED-B2CF-9CCB73D44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19B81-D1BB-4DF3-A8CC-0F35E61FCD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AB8897-1640-4FB0-BBA7-22F9CB2D2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B87AA-C7C2-4464-8067-1B84C8B12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3620-4DE2-48EF-AF31-0F5DD9BF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8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479F1-FA60-42A8-9D3F-17A0EC69F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EB8A-DA26-459D-ACE1-0646B2C4C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13457-EAFE-4A31-BAE9-494DCE916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87ABB-5AE7-446E-9333-CFBE002E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19B81-D1BB-4DF3-A8CC-0F35E61FCD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5996A-0D3E-4141-905C-09E425F98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AD0C1-EBF9-41E8-B1DF-9B75B30B1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3620-4DE2-48EF-AF31-0F5DD9BF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5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7464-C7F0-4B64-9465-9A2BC202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4D177E-335A-4379-BFB6-6F6502707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966AD-1EDB-4702-B13F-25E92CE12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9F454-B1AD-474C-8296-DD6D65DB2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19B81-D1BB-4DF3-A8CC-0F35E61FCD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9C371-7954-4586-B599-0631A885F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B02A8-1BAD-4A42-B2BF-78176A5A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3620-4DE2-48EF-AF31-0F5DD9BF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23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0644C-1C10-4877-A07B-7B05AC2EB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B4D26-52B4-4898-8552-2F1D054D7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A6C5B-66A8-4A81-A45D-93D23D72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19B81-D1BB-4DF3-A8CC-0F35E61FCD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7F744-22AB-4762-A675-ACF00C149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1FC1B-4952-452B-B8EE-283480E42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3620-4DE2-48EF-AF31-0F5DD9BF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2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877EA-AC99-405D-B38F-4660E72FF8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E066D8-189F-488D-A7E5-4459F9B2E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BEAFC-B594-451D-8850-A7A24657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19B81-D1BB-4DF3-A8CC-0F35E61FCD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D64D5-5E6F-4CB3-B6D5-8699A805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B1F07-FD96-433B-95F4-B0A3D7C3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3620-4DE2-48EF-AF31-0F5DD9BF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03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8ACDEC-4A75-4D7E-A116-13449631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86FBE-71E4-4C4E-85BE-9BB04B5D8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29899-B643-4492-BE2B-7EEE6CF36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19B81-D1BB-4DF3-A8CC-0F35E61FCD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BEC5-2151-47BB-9484-437784F4C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C11DA-074A-41E0-9609-A511677CC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C3620-4DE2-48EF-AF31-0F5DD9BF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6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7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20300" y="171450"/>
            <a:ext cx="895350" cy="895350"/>
          </a:xfrm>
          <a:prstGeom prst="rect">
            <a:avLst/>
          </a:prstGeom>
        </p:spPr>
      </p:pic>
      <p:pic>
        <p:nvPicPr>
          <p:cNvPr id="8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49000" y="171450"/>
            <a:ext cx="8382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9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20300" y="171450"/>
            <a:ext cx="895350" cy="895350"/>
          </a:xfrm>
          <a:prstGeom prst="rect">
            <a:avLst/>
          </a:prstGeom>
        </p:spPr>
      </p:pic>
      <p:pic>
        <p:nvPicPr>
          <p:cNvPr id="6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49000" y="171450"/>
            <a:ext cx="8382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1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20300" y="171450"/>
            <a:ext cx="895350" cy="895350"/>
          </a:xfrm>
          <a:prstGeom prst="rect">
            <a:avLst/>
          </a:prstGeom>
        </p:spPr>
      </p:pic>
      <p:pic>
        <p:nvPicPr>
          <p:cNvPr id="6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49000" y="171450"/>
            <a:ext cx="8382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0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20300" y="171450"/>
            <a:ext cx="895350" cy="895350"/>
          </a:xfrm>
          <a:prstGeom prst="rect">
            <a:avLst/>
          </a:prstGeom>
        </p:spPr>
      </p:pic>
      <p:pic>
        <p:nvPicPr>
          <p:cNvPr id="6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049000" y="171450"/>
            <a:ext cx="8382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69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9" name="WhatsApp Video 2026-08-11 at 02.29.0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16200000">
            <a:off x="4053341" y="-83232"/>
            <a:ext cx="4046652" cy="7005524"/>
          </a:xfrm>
          <a:prstGeom prst="rect">
            <a:avLst/>
          </a:prstGeom>
        </p:spPr>
      </p:pic>
      <p:pic>
        <p:nvPicPr>
          <p:cNvPr id="10" name="Picture 2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020300" y="171450"/>
            <a:ext cx="895350" cy="895350"/>
          </a:xfrm>
          <a:prstGeom prst="rect">
            <a:avLst/>
          </a:prstGeom>
        </p:spPr>
      </p:pic>
      <p:pic>
        <p:nvPicPr>
          <p:cNvPr id="11" name="Picture 21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1049000" y="171450"/>
            <a:ext cx="8382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7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13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2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0</Words>
  <Application>Microsoft Office PowerPoint</Application>
  <PresentationFormat>Widescreen</PresentationFormat>
  <Paragraphs>0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Mr. Zaman</dc:creator>
  <cp:lastModifiedBy>Abdul Hadi</cp:lastModifiedBy>
  <cp:revision>14</cp:revision>
  <dcterms:created xsi:type="dcterms:W3CDTF">2020-09-29T10:58:38Z</dcterms:created>
  <dcterms:modified xsi:type="dcterms:W3CDTF">2026-08-10T21:48:23Z</dcterms:modified>
</cp:coreProperties>
</file>